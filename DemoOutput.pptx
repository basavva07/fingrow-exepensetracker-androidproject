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0EB0C-A120-46AD-9DDA-E3AED72DFAF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E1CAE0-1A76-4CA0-BBA4-6E4C79C6565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video" Target="file:///E:\demoOutput.mp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err="1" smtClean="0"/>
              <a:t>DemoOutput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demoOutput.mp4">
            <a:hlinkClick r:id="" action="ppaction://media"/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928794" y="2214555"/>
            <a:ext cx="5143536" cy="37731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>
                <p:cTn id="7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</Words>
  <Application>Microsoft Office PowerPoint</Application>
  <PresentationFormat>On-screen Show (4:3)</PresentationFormat>
  <Paragraphs>1</Paragraphs>
  <Slides>2</Slides>
  <Notes>0</Notes>
  <HiddenSlides>0</HiddenSlides>
  <MMClips>1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DemoOutput</vt:lpstr>
      <vt:lpstr>Slide 2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DemoOutput</dc:title>
  <dc:creator>ADMIN</dc:creator>
  <cp:lastModifiedBy>ADMIN</cp:lastModifiedBy>
  <cp:revision>1</cp:revision>
  <dcterms:created xsi:type="dcterms:W3CDTF">2025-11-06T18:31:49Z</dcterms:created>
  <dcterms:modified xsi:type="dcterms:W3CDTF">2025-11-06T18:34:47Z</dcterms:modified>
</cp:coreProperties>
</file>